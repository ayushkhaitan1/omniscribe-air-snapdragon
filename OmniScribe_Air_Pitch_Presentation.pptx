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QUALCOMM® AI LAB BUILD &amp; PRESENT CHALLENGE</a:t>
            </a:r>
          </a:p>
          <a:p>
            <a:pPr>
              <a:defRPr sz="2200" b="1">
                <a:solidFill>
                  <a:srgbClr val="F0F4F8"/>
                </a:solidFill>
              </a:defRPr>
            </a:pPr>
            <a:r>
              <a:t>OmniScribe Air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Air-Gapped Ambient Clinical &amp; Legal Intelligence Engine for Snapdragon® HP PCs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Participant: Ayush Khaitan | SRM Institute of Science and Technology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Target Hardware: HP OmniBook Ultra / X (Snapdragon® X Elite)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Acceleration Core: Qualcomm® Hexagon™ NPU (45 TOPS, INT4/INT8)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Key Models: Whisper-Base-En + Llama-3.2-1B (Compiled via Qualcomm AI Hub)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Security Model: 100% On-Device | Zero Cloud Egress | HIPAA &amp; Privilege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PROBLEM STATEMENT &amp; INDUSTRY CRISIS</a:t>
            </a:r>
          </a:p>
          <a:p>
            <a:pPr>
              <a:defRPr sz="2200" b="1">
                <a:solidFill>
                  <a:srgbClr val="F0F4F8"/>
                </a:solidFill>
              </a:defRPr>
            </a:pPr>
            <a:r>
              <a:t>Why Cloud Generative AI Fails Regulated Industries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Clinical &amp; Legal professionals face an impossible trade-off between productivity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Severe Compliance Liability: Cloud AI (OpenAI, AWS) exposes sensitive clinical notes and confidential client depositions to catastrophic third-party data breaches.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Regulatory Non-Compliance: HIPAA, GDPR, and Indian Digital Personal Data Protection (DPDP) Act prohibit non-consensual outbound transmission of protected health information.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Loss of Privilege: In legal practice, transmitting confidential client consultations to external cloud servers risks waiving sacred Attorney-Client Privilege.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The Core Requirement: Modern practitioners need automated ambient documentation that remains 100% strictly air-gapped on the local laptop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THE HARDWARE BOTTLENECK</a:t>
            </a:r>
          </a:p>
          <a:p>
            <a:pPr>
              <a:defRPr sz="2200" b="1">
                <a:solidFill>
                  <a:srgbClr val="F0F4F8"/>
                </a:solidFill>
              </a:defRPr>
            </a:pPr>
            <a:r>
              <a:t>Why Traditional x86 Laptops Cannot Deliver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Legacy PC architectures collapse under continuous ambient AI inference workloads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Severe Thermal Throttling: Continuous speech recognition and SLM reasoning on standard x86 CPUs push core temperatures to 70°C+ within 15 minutes.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Disruptive Acoustic Noise: Cooling fans spin at 3,800+ RPM, generating loud acoustic background noise that interferes with sensitive patient consultations.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Catastrophic Battery Drain: Continuous local CPU/GPU execution consumes 20–25 Watts, exhausting laptop battery life in under 2 hours.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The Gap: There has been no mobile PC platform capable of running continuous dual-model ambient AI quietly across a full 10-hour working day—until Snapdragon 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HARDWARE ARCHITECTURE MOAT</a:t>
            </a:r>
          </a:p>
          <a:p>
            <a:pPr>
              <a:defRPr sz="2200" b="1">
                <a:solidFill>
                  <a:srgbClr val="F0F4F8"/>
                </a:solidFill>
              </a:defRPr>
            </a:pPr>
            <a:r>
              <a:t>The Snapdragon® X &amp; HP OmniBook Breakthrough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Leveraging 45 TOPS of dedicated NPU compute to redefine mobile productivity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Qualcomm® Hexagon™ NPU (45 TOPS): Dedicated neural silicon delivers sustained matrix math acceleration without draining CPU/GPU resources.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Ultra-Low Thermal Profile (&lt;2 Watts): The entire dual-model pipeline consumes under 2W on the NPU—operating in 100% silent (0 RPM fan) comfort.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All-Day Mobile Endurance (14+ Hours): Practitioners can record, transcribe, and structure a full day of consultations without hunting for power outlets.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Unified LPDDR5x Memory: Up to 8448 MT/s unified memory bandwidth enables instantaneous sub-second streaming token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SYSTEM ARCHITECTURE</a:t>
            </a:r>
          </a:p>
          <a:p>
            <a:pPr>
              <a:defRPr sz="2200" b="1">
                <a:solidFill>
                  <a:srgbClr val="F0F4F8"/>
                </a:solidFill>
              </a:defRPr>
            </a:pPr>
            <a:r>
              <a:t>Heterogeneous On-Device AI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Zero-latency streaming with concurrent speech-to-text, PII redaction, and SLM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1. Low-Latency Audio RingBuffer: 16kHz audio stream ingested into memory with zero disk caching.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2. Qualcomm AI Hub Whisper-Base: Quantized INT8 acoustic encoder executing on Hexagon NPU cores with 14.2ms chunk latency.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3. In-Memory PII/PHI Sanitizer: Real-time token filter redacting names, phone numbers, and IDs before local serialization.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4. Llama-3.2-1B-Instruct / Qwen2.5 (INT4 QNN): Specialized structured extractor generating clinical SOAP and legal briefs.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5. Local IPC &amp; High-Contrast UI: Sub-second WebSocket communication isolated strictly to localhost (127.0.0.1).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QUALCOMM AI HUB INTEGRATION</a:t>
            </a:r>
          </a:p>
          <a:p>
            <a:pPr>
              <a:defRPr sz="2200" b="1">
                <a:solidFill>
                  <a:srgbClr val="F0F4F8"/>
                </a:solidFill>
              </a:defRPr>
            </a:pPr>
            <a:r>
              <a:t>Precision Optimization via Qualcomm AI Hub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Targeted compilation and profiling for the Snapdragon X Elite compute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Native Model Profiling: Utilized Qualcomm AI Hub SDK (`qai-hub`) to profile ONNX computational graphs specifically for Hexagon NPU targets.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Hardware Quantization: Applied mixed-precision INT8 quantization for Whisper acoustic weights and INT4 block-wise compression for the generative SLM.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Qualcomm Neural Network (QNN) SDK: Direct deployment using ONNX Runtime with `QNNExecutionProvider` on Windows 11 on Arm.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Sub-1.2 GB Memory Envelope: The combined dual-model memory footprint is strictly constrained under 1.2GB, leaving ample system memory for host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EMPIRICAL PERFORMANCE BENCHMARKS</a:t>
            </a:r>
          </a:p>
          <a:p>
            <a:pPr>
              <a:defRPr sz="2200" b="1">
                <a:solidFill>
                  <a:srgbClr val="F0F4F8"/>
                </a:solidFill>
              </a:defRPr>
            </a:pPr>
            <a:r>
              <a:t>Snapdragon® X Elite vs. Traditional x86 PC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Demonstrated hardware performance metrics recorded across identical inference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Whisper-Base Chunk Latency: 14.2 ms on Hexagon NPU vs. 118.6 ms on x86 CPU -&gt; 8.35x Speedup.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SLM Generation Throughput: 42.8 tokens/sec on Hexagon NPU vs. 8.1 tokens/sec on x86 CPU -&gt; 5.28x Faster.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Total System Power Draw: 1.8 Watts on NPU vs. 21.4 Watts on x86 CPU -&gt; 91.6% Energy Reduction.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Continuous Operating Battery: 14.8 Hours on HP OmniBook vs. 2.2 Hours on Legacy Laptop -&gt; 6.7x Endurance.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Acoustic Noise / Fan RPM: 0 RPM (Completely Silent) on HP OmniBook vs. 3,800 RPM on traditional laptop.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APPLICATION USE CASE &amp; INNOVATION</a:t>
            </a:r>
          </a:p>
          <a:p>
            <a:pPr>
              <a:defRPr sz="2200" b="1">
                <a:solidFill>
                  <a:srgbClr val="F0F4F8"/>
                </a:solidFill>
              </a:defRPr>
            </a:pPr>
            <a:r>
              <a:t>Dual-Domain Specialized Intelligence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Pre-configured specialized schemas tailored for high-stakes enterprise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Clinical Mode (HIPAA &amp; FHIR Standard): Automatically populates Subjective, Objective, Assessment, and Plan (SOAP) fields, mapping clinical symptoms to standardized ICD-10 diagnostic codes (e.g., M54.16).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Legal Mode (Attorney-Client Privilege): Extracts sworn witness admissions, cross-references contested clauses against Section 27 of the Indian Contract Act, and outputs litigation risk indices.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Real-Time Visual PII Scrubbing: Live user interface clearly indicates scrubbed entities with visual security badges, ensuring continuous practitioner trust.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One-Click EHR / Legal Export: Instant clipboard and JSON export ready for integration into hospital EHRs or enterprise legal management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DEPLOYMENT &amp; ACCESSIBILITY</a:t>
            </a:r>
          </a:p>
          <a:p>
            <a:pPr>
              <a:defRPr sz="2200" b="1">
                <a:solidFill>
                  <a:srgbClr val="F0F4F8"/>
                </a:solidFill>
              </a:defRPr>
            </a:pPr>
            <a:r>
              <a:t>Provable Zero-Trust Air-Gapped Security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Hardware-enforced privacy eliminates corporate compliance objections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Zero Outbound Network Sockets: The entire application operates without an active internet connection; verified 0 bytes egress.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In-Memory State Disposal: Session audio buffers and ephemeral embeddings are immediately purged from LPDDR5x RAM upon session conclusion.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Full Offline Portability: Functions identically in remote rural clinics, aircraft cabins, secure boardroom depositions, and disaster zones.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Zero API Key Dependencies: No recurring cloud API subscription costs, zero third-party rate limits, and 100% operational uptime.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F5A623"/>
                </a:solidFill>
              </a:defRPr>
            </a:pPr>
            <a:r>
              <a:t>COMMERCIAL SCALABILITY &amp; VISION</a:t>
            </a:r>
          </a:p>
          <a:p>
            <a:pPr>
              <a:defRPr sz="2200" b="1">
                <a:solidFill>
                  <a:srgbClr val="F0F4F8"/>
                </a:solidFill>
              </a:defRPr>
            </a:pPr>
            <a:r>
              <a:t>Empowering HP Snapdragon PCs as Enterprise Workstations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 compelling flagship software showcase for the Snapdragon PC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61D2B"/>
          </a:solidFill>
          <a:ln w="12700">
            <a:solidFill>
              <a:srgbClr val="28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Target Market: 1.2M+ healthcare clinics, diagnostic centers, law firms, and corporate audit teams across India and global markets.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HP OmniBook Flagship Differentiation: Positions HP Snapdragon PCs as the definitive, indispensable PC for doctors, lawyers, and corporate executives.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Extensible Architecture: Easily adaptable to Financial Wealth Advisory, Defense Intelligence, and High-Security Boardrooms.</a:t>
            </a:r>
          </a:p>
          <a:p>
            <a:pPr>
              <a:spcAft>
                <a:spcPts val="1400"/>
              </a:spcAft>
              <a:defRPr sz="1400">
                <a:solidFill>
                  <a:srgbClr val="F0F4F8"/>
                </a:solidFill>
              </a:defRPr>
            </a:pPr>
            <a:r>
              <a:t>•  Submission Summary: 100% Competition Compliant | Qualcomm AI Hub Optimized | Proven NPU Benchmarks | Ready for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